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800" b="1">
                <a:solidFill>
                  <a:srgbClr val="FFD700"/>
                </a:solidFill>
              </a:defRPr>
            </a:pPr>
            <a:r>
              <a:t>Astral Draw</a:t>
            </a:r>
          </a:p>
          <a:p>
            <a:pPr algn="ctr">
              <a:defRPr sz="2800">
                <a:solidFill>
                  <a:srgbClr val="C8C8FF"/>
                </a:solidFill>
              </a:defRPr>
            </a:pPr>
            <a:r>
              <a:t>The Cosmic NFT Lottery on Hedera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Astral Draw is a decentralized, transparent, and gamified NFT-powered lottery platform built on Hedera Hashgraph. It merges blockchain fairness with cosmic storytelling, allowing players to forge Star Keys (NFTs) and participate in Astral Convergences (lottery events). The mission: redefine luck through transparency, governance, and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Traditional lotteries lack transparency and fairness.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Centralized control reduces trust and engagement.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Younger digital audiences are disengaged from legacy lottery systems.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Web3 entertainment lacks story-driven and accessible lottery mechanics.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$400B global lottery market ripe for decentralization.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Web3 gaming and NFT ecosystems exceed $50B.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Astral Draw bridges these worlds with gamified fairness and on-chain proof.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Early adoption in Hedera ecosystem positions us ahead of competitors.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Blockchain-powered cosmic lottery where every draw is verifiable.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NFT Star Keys unlock participation and rewards.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Hedera Consensus Service ensures real-time fairness.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DAO governance allows players to co-own the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NFT-Gated Lottery Participation (Star Keys)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DAO Governance via Hedera Consensus Service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Smart Contract-Based Prize Distribution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NFT Marketplace &amp; Player Dashboard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Interactive Cosmic Visual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Hedera Hashgraph (HCS, HTS, HFS)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HIP-412 NFT minting standard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IPFS decentralized metadata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Django + React + Web3.js for front-end and backend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Blade &amp; HashPack Wallet integrations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Fully transparent draws (Hedera)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NFT-based entry ensures real ownership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Lower transaction fees than Ethereum-based systems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Cosmic branding &amp; immersive storytelling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Real utility beyond speculation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Tokenomics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Token Name: ASTRAL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Total Supply: 100M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Allocation: 30% community, 20% team, 20% rewards, 15% liquidity, 15% investors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Utility: Governance, staking, NFT minting, prize entry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Deflationary mechanics via burn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NFT Star Key sales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3% commission from prize pools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NFT trading marketplace fees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Sponsored Astral Events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Premium membership tiers for players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Phase 1: Web3 community partnerships &amp; testnet launch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Phase 2: Influencer campaigns, NFT drops, and social tournaments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Phase 3: Global marketing &amp; DAO expansion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Long-term: Integration with entertainment &amp; esports sectors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Traction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Prototype operational on Hedera Testnet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Smart contract lottery logic implemented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Early 100+ community members testing beta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Demo video published and reviewed by experts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Governance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DAO governance through HCS proposals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NFT holders vote on event themes and prize pools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Transparent voting and real-time results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Incentives for participation and community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Financial Projections (3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Year 1: $50K NFT and event revenue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Year 2: $250K from partnerships &amp; sponsorships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Year 3: $1M+ through global scaling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Long-term: Expansion into Web3 entertainment &amp; cross-chain NFTs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Seeking $100,000 seed investment to: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Scale infrastructure and marketing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Expand smart contract ecosystem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Onboard partners and artists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Launch mainnet version with DAO activation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Titos Kipkoech – Founder &amp; Lead Developer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Blockchain Researchers – Smart Contract Development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UI/UX Designers – Cosmic Game Experience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Advisors – Web3 Strategy and Compliance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• Promotes fairness and transparency in gaming.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Fosters digital inclusion and ownership.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Supports creative economies through NFT rewards.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• Aligns with SDGs for innovation and equality.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Vision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E6E6FA"/>
                </a:solidFill>
              </a:defRPr>
            </a:pPr>
            <a:r>
              <a:t>"Astral Draw: Where Destiny Meets Technology."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Join us in reimagining global lotteries — transparent, fair, and cosmic.</a:t>
            </a:r>
          </a:p>
          <a:p>
            <a:pPr algn="l">
              <a:defRPr sz="2000">
                <a:solidFill>
                  <a:srgbClr val="E6E6FA"/>
                </a:solidFill>
              </a:defRPr>
            </a:pPr>
            <a:r>
              <a:t>Powered by Hedera. Guided by the stars.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